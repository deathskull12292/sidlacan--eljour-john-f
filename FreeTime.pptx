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152B-ACD6-86D3-0E98-91853556E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BCD7C-C66E-6CD4-B5F5-504FC04E0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E95E5-F59B-B0F4-DD43-F6FB7D8E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5E451-B32D-BD2C-33FB-432897D0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6A21A-531B-2BF6-DDEC-7035FDA9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770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76AF-D78E-A774-B7BC-4D84829D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9AC29-E33B-3919-A41E-D28EF82B1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F19FD-4300-C2BD-6FE7-EE04E0D6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59CCC-5B63-C4D6-BB9D-E85D33953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D65B-E2BE-3E32-1952-11A65C50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4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BF23-E7AF-896E-5C9F-B5BF94FA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1AFB8-2F99-D15B-B942-FE526FB15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C474-E5C2-342E-DFCC-8A5476D8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B8426-E513-CEFD-BDB0-73332497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C01EA-5F2E-372E-1E99-7C906DAA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650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8A80-67E0-F1D8-6DFA-E184244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BEB73-6A3F-E917-0119-9DA2C4FAA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7C00F-B609-08EF-815C-181069653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3C578-BFC6-7040-D0A1-9E3EEBCD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8A150-3D4B-C616-2C69-14FBAF6E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EDEC2-29B3-F4C0-2736-202FF30B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20300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6198-1966-D1E4-E5ED-B9822527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D3F12-6ED3-946C-ABB3-095AEBBB0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0EA27-A19B-9F69-4434-80EC5D6EF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C4F43-2994-3C3B-FDB0-80734D2CD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B9FF3-BE27-88DF-676D-63D558A57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CDDE6-96A9-029B-381A-9EC2AF5E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D933E-6624-4562-9B9F-42E7CFE2F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7AEAC-A065-2623-B7BA-ABED2AD5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632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511D-824F-E186-3488-B35D3726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67325-AEB3-AD8F-7E8D-7768BD566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0B965-CED9-FD4B-A1BC-124B2E44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6A58F-4E90-8385-6F6D-3F46C351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317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CAD5D-7F95-8B73-1E87-9FF6D9E4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9F139-A584-1E04-7E00-36425F3F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3B24F-1197-9A74-7598-01B22F29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7145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E21F-A4CE-4E80-0D27-7106A480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71B58-40B4-092F-BA9F-0835F385E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49AE9-0373-FCFA-017E-BA805665E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2EC7A-DF8C-FE9E-8A12-8836402B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8BA12-B024-4036-C36F-570B8F1A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73973-2698-7768-3454-30E55EFD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074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F8C0-853E-486C-634A-45ADB69F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1C86A-A4C7-9DC3-F35C-2CDA2A61A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82D86-B3D0-84B3-E5CA-AE4D661B6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B30CD-224B-3E66-38DF-7E07C48B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32502-CD86-6BEB-0885-670350EE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B0DDE-2814-E991-4891-222F3B59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7336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BB5E-F426-55A1-62B0-6EFF4A09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FEAA0-5D2D-CE12-43E1-C363FF497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A7B40-D64D-081D-0732-AF523FC4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C0F51-ED03-4699-D49D-EACBF1DC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13F5C-B559-132C-4D12-A56E2EA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09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14A0E-16D7-8B39-858D-35EFCD3B8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84E09-4996-B82F-9CB0-EDD7FCE87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C41E6-37E9-07AE-E2A9-ED894FA7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203FF-F700-0968-CA63-FA8C76C17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FFCDF-65DA-3751-ED38-18F3DAE2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512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C2885-C8AF-974C-3BBA-6FBC2BCC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7AC2-F9E2-10F4-5ECC-619F4143D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F4B6E-00A6-99F7-DC10-4A0CA97F6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F1DB0-0FBD-45D1-84B1-C073AF04F4E8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83CC7-ED10-713E-D495-1D8CAC2EC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F0118-C2F6-6924-9D67-F982D28F9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69AA0-7F67-400A-A9F2-FA1A65BD9BF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560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4A710E-9F2E-AF82-0DE6-DF407F0064C0}"/>
              </a:ext>
            </a:extLst>
          </p:cNvPr>
          <p:cNvCxnSpPr>
            <a:cxnSpLocks/>
          </p:cNvCxnSpPr>
          <p:nvPr/>
        </p:nvCxnSpPr>
        <p:spPr>
          <a:xfrm flipV="1">
            <a:off x="1195753" y="2641209"/>
            <a:ext cx="1842868" cy="11148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4FF21D9-9350-E8B2-58D5-7FDE32CC491A}"/>
              </a:ext>
            </a:extLst>
          </p:cNvPr>
          <p:cNvSpPr/>
          <p:nvPr/>
        </p:nvSpPr>
        <p:spPr>
          <a:xfrm>
            <a:off x="3038621" y="2641209"/>
            <a:ext cx="45719" cy="3692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BBA30F-9974-86DE-06AA-C0F3D1732294}"/>
              </a:ext>
            </a:extLst>
          </p:cNvPr>
          <p:cNvCxnSpPr>
            <a:cxnSpLocks/>
          </p:cNvCxnSpPr>
          <p:nvPr/>
        </p:nvCxnSpPr>
        <p:spPr>
          <a:xfrm flipV="1">
            <a:off x="1241472" y="3010486"/>
            <a:ext cx="1842868" cy="11148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311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LMI</dc:creator>
  <cp:lastModifiedBy>LMI</cp:lastModifiedBy>
  <cp:revision>1</cp:revision>
  <dcterms:created xsi:type="dcterms:W3CDTF">2026-07-01T01:34:22Z</dcterms:created>
  <dcterms:modified xsi:type="dcterms:W3CDTF">2026-07-01T01:36:12Z</dcterms:modified>
</cp:coreProperties>
</file>